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Revue de conception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EA"/>
                </a:solidFill>
              </a:rPr>
              <a:t>Module porte avant gauche — véhicule concept fictif VX-1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0EA"/>
                </a:solidFill>
              </a:rPr>
              <a:t>Équipe Conception Carrosserie (fictive) — Jalon de revue J3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C6D4"/>
                </a:solidFill>
              </a:rPr>
              <a:t>Données d’exemple créées pour un projet personnel — aucune donnée réelle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Nomenclature préliminaire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Pièces validées au jalon J2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</a:rPr>
              <a:t>Véhicule concept fictif VX-1 — données d’exemple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91840"/>
                <a:gridCol w="548640"/>
                <a:gridCol w="173736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Référence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Désignation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Qté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Sous-ensemble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Poste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VX1-PAG-001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Caisson de porte avant gauche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Structure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VX1-PAG-002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Renfort anti-intrusion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Structure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VX1-PAG-003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Mécanisme lève-vitre électrique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Lève-vitre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VX1-PAG-004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Vitre latérale avant gauche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Lève-vitre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VX1-PAG-005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Serrure de porte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Fermeture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VX1-PAG-006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Vis M6 x 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Fixations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VX1-PAG-007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Garniture intérieure de porte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Habillage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VX1-PAG-008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Poignée intérieure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Habillage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VX1-PAG-009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Haut-parleur 1 voie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Audio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</a:rPr>
                        <a:t>P12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Évolutions depuis le jalon J2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Décisions de la revue — à reporter dans la nomenclature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</a:rPr>
              <a:t>Véhicule concept fictif VX-1 — données d’exemple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Ajout de 2 agrafes de garniture (réf. VX1-PAG-014), montées au poste P12 avec l’habillage.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Le haut-parleur 1 voie VX1-PAG-009 est remplacé par un haut-parleur 2 voies, réf. VX1-PAG-015 (même poste).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La quantité de vis M6 x 16 (VX1-PAG-006) passe de 8 à 10 suite au renfort de charnière.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</a:rPr>
              <a:t>Ajout d’un joint d’étanchéité de porte, réf. VX1-PAG-016, sous-ensemble Étanchéité, poste P11.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</a:rPr>
              <a:t>Séquence de montage proposée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</a:rPr>
              <a:t>Ordre des opérations par poste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</a:rPr>
              <a:t>Véhicule concept fictif VX-1 — données d’exemple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25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P10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3441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Structure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16916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Positionner le caisson, monter le renfort anti-intrusion, visser les fixations M6.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377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P11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23957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Lève-vitre &amp; fermeture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Installer le mécanisme lève-vitre, la vitre, la serrure et le joint d’étanchéité.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005840" cy="822960"/>
          </a:xfrm>
          <a:prstGeom prst="roundRect">
            <a:avLst>
              <a:gd name="adj" fmla="val 11111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290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P12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4472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</a:rPr>
              <a:t>Habillage &amp; audio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79476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Monter le haut-parleur, clipper la garniture avec ses agrafes, poser la poignée.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Revue de conception - Module porte avant gauche (exemple fictif)</dc:title>
  <dc:subject>PptxGenJS Presentation</dc:subject>
  <dc:creator>Donnees d exemple - projet personnel</dc:creator>
  <cp:lastModifiedBy>Donnees d exemple - projet personnel</cp:lastModifiedBy>
  <cp:revision>1</cp:revision>
  <dcterms:created xsi:type="dcterms:W3CDTF">2026-10-19T09:26:57Z</dcterms:created>
  <dcterms:modified xsi:type="dcterms:W3CDTF">2026-10-19T09:26:57Z</dcterms:modified>
</cp:coreProperties>
</file>